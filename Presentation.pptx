
<file path=[Content_Types].xml><?xml version="1.0" encoding="utf-8"?>
<Types xmlns="http://schemas.openxmlformats.org/package/2006/content-types">
  <Default Extension="gif" ContentType="image/gif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6881"/>
    <a:srgbClr val="1F618E"/>
    <a:srgbClr val="ACB6C8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543" y="2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1/23/2023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1/23/2023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1/23/2023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1/23/2023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1/23/2023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bg object 19"/>
          <p:cNvSpPr/>
          <p:nvPr/>
        </p:nvSpPr>
        <p:spPr>
          <a:xfrm>
            <a:off x="6940391" y="2080442"/>
            <a:ext cx="4058285" cy="0"/>
          </a:xfrm>
          <a:custGeom>
            <a:avLst/>
            <a:gdLst/>
            <a:ahLst/>
            <a:cxnLst/>
            <a:rect l="l" t="t" r="r" b="b"/>
            <a:pathLst>
              <a:path w="4058284">
                <a:moveTo>
                  <a:pt x="0" y="0"/>
                </a:moveTo>
                <a:lnTo>
                  <a:pt x="4057685" y="0"/>
                </a:lnTo>
              </a:path>
            </a:pathLst>
          </a:custGeom>
          <a:ln w="47624">
            <a:solidFill>
              <a:srgbClr val="1F61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7094632" y="9199364"/>
            <a:ext cx="4096385" cy="0"/>
          </a:xfrm>
          <a:custGeom>
            <a:avLst/>
            <a:gdLst/>
            <a:ahLst/>
            <a:cxnLst/>
            <a:rect l="l" t="t" r="r" b="b"/>
            <a:pathLst>
              <a:path w="4096384">
                <a:moveTo>
                  <a:pt x="0" y="0"/>
                </a:moveTo>
                <a:lnTo>
                  <a:pt x="4095757" y="0"/>
                </a:lnTo>
              </a:path>
            </a:pathLst>
          </a:custGeom>
          <a:ln w="9524">
            <a:solidFill>
              <a:srgbClr val="4631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39316" y="416509"/>
            <a:ext cx="2091664" cy="2101892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14370981" y="-712"/>
            <a:ext cx="3903345" cy="4114800"/>
          </a:xfrm>
          <a:custGeom>
            <a:avLst/>
            <a:gdLst/>
            <a:ahLst/>
            <a:cxnLst/>
            <a:rect l="l" t="t" r="r" b="b"/>
            <a:pathLst>
              <a:path w="3903344" h="4114800">
                <a:moveTo>
                  <a:pt x="3811195" y="4114683"/>
                </a:moveTo>
                <a:lnTo>
                  <a:pt x="3755477" y="4101683"/>
                </a:lnTo>
                <a:lnTo>
                  <a:pt x="3716365" y="4059886"/>
                </a:lnTo>
                <a:lnTo>
                  <a:pt x="3706410" y="196880"/>
                </a:lnTo>
                <a:lnTo>
                  <a:pt x="91825" y="196877"/>
                </a:lnTo>
                <a:lnTo>
                  <a:pt x="38309" y="176681"/>
                </a:lnTo>
                <a:lnTo>
                  <a:pt x="5010" y="130130"/>
                </a:lnTo>
                <a:lnTo>
                  <a:pt x="0" y="104901"/>
                </a:lnTo>
                <a:lnTo>
                  <a:pt x="3146" y="72903"/>
                </a:lnTo>
                <a:lnTo>
                  <a:pt x="33345" y="24279"/>
                </a:lnTo>
                <a:lnTo>
                  <a:pt x="85433" y="636"/>
                </a:lnTo>
                <a:lnTo>
                  <a:pt x="3804738" y="0"/>
                </a:lnTo>
                <a:lnTo>
                  <a:pt x="3830256" y="3147"/>
                </a:lnTo>
                <a:lnTo>
                  <a:pt x="3878840" y="33395"/>
                </a:lnTo>
                <a:lnTo>
                  <a:pt x="3902439" y="85573"/>
                </a:lnTo>
                <a:lnTo>
                  <a:pt x="3903066" y="4022706"/>
                </a:lnTo>
                <a:lnTo>
                  <a:pt x="3898051" y="4047943"/>
                </a:lnTo>
                <a:lnTo>
                  <a:pt x="3882907" y="4076307"/>
                </a:lnTo>
                <a:lnTo>
                  <a:pt x="3864734" y="4094502"/>
                </a:lnTo>
                <a:lnTo>
                  <a:pt x="3836401" y="4109663"/>
                </a:lnTo>
                <a:lnTo>
                  <a:pt x="3811195" y="4114683"/>
                </a:lnTo>
                <a:close/>
              </a:path>
            </a:pathLst>
          </a:custGeom>
          <a:solidFill>
            <a:srgbClr val="1F618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4400" y="411480"/>
            <a:ext cx="16459200" cy="1645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1/23/2023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473134" y="9589410"/>
            <a:ext cx="1341755" cy="2654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270" dirty="0">
                <a:solidFill>
                  <a:srgbClr val="463125"/>
                </a:solidFill>
                <a:latin typeface="Calibri"/>
                <a:cs typeface="Calibri"/>
              </a:rPr>
              <a:t>02/02/2023</a:t>
            </a:r>
            <a:endParaRPr sz="155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53000" y="1018490"/>
            <a:ext cx="773248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solidFill>
                  <a:srgbClr val="463125"/>
                </a:solidFill>
                <a:latin typeface="Cambria"/>
                <a:cs typeface="Cambria"/>
              </a:rPr>
              <a:t>Hello! We</a:t>
            </a:r>
            <a:r>
              <a:rPr sz="4000" spc="5" dirty="0">
                <a:solidFill>
                  <a:srgbClr val="463125"/>
                </a:solidFill>
                <a:latin typeface="Cambria"/>
                <a:cs typeface="Cambria"/>
              </a:rPr>
              <a:t> </a:t>
            </a:r>
            <a:r>
              <a:rPr sz="4000" dirty="0">
                <a:solidFill>
                  <a:srgbClr val="463125"/>
                </a:solidFill>
                <a:latin typeface="Cambria"/>
                <a:cs typeface="Cambria"/>
              </a:rPr>
              <a:t>are the</a:t>
            </a:r>
            <a:r>
              <a:rPr sz="4000" spc="5" dirty="0">
                <a:solidFill>
                  <a:srgbClr val="463125"/>
                </a:solidFill>
                <a:latin typeface="Cambria"/>
                <a:cs typeface="Cambria"/>
              </a:rPr>
              <a:t> </a:t>
            </a:r>
            <a:r>
              <a:rPr sz="4000" spc="-10" dirty="0">
                <a:solidFill>
                  <a:srgbClr val="463125"/>
                </a:solidFill>
                <a:latin typeface="Cambria"/>
                <a:cs typeface="Cambria"/>
              </a:rPr>
              <a:t>team</a:t>
            </a:r>
            <a:r>
              <a:rPr lang="en-US" sz="4000" spc="-10" dirty="0">
                <a:solidFill>
                  <a:srgbClr val="463125"/>
                </a:solidFill>
                <a:latin typeface="Cambria"/>
                <a:cs typeface="Cambria"/>
              </a:rPr>
              <a:t> “Flash”</a:t>
            </a:r>
            <a:r>
              <a:rPr lang="fr-FR" sz="4000" spc="-10" dirty="0">
                <a:solidFill>
                  <a:srgbClr val="463125"/>
                </a:solidFill>
                <a:latin typeface="Cambria"/>
                <a:cs typeface="Cambria"/>
              </a:rPr>
              <a:t> </a:t>
            </a:r>
            <a:endParaRPr sz="4000" dirty="0">
              <a:latin typeface="Cambria"/>
              <a:cs typeface="Cambri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-21465" y="6265097"/>
            <a:ext cx="3652823" cy="4085877"/>
          </a:xfrm>
          <a:custGeom>
            <a:avLst/>
            <a:gdLst/>
            <a:ahLst/>
            <a:cxnLst/>
            <a:rect l="l" t="t" r="r" b="b"/>
            <a:pathLst>
              <a:path w="3901440" h="4097654">
                <a:moveTo>
                  <a:pt x="91873" y="0"/>
                </a:moveTo>
                <a:lnTo>
                  <a:pt x="104785" y="0"/>
                </a:lnTo>
                <a:lnTo>
                  <a:pt x="111180" y="630"/>
                </a:lnTo>
                <a:lnTo>
                  <a:pt x="147590" y="12999"/>
                </a:lnTo>
                <a:lnTo>
                  <a:pt x="176499" y="38375"/>
                </a:lnTo>
                <a:lnTo>
                  <a:pt x="193508" y="72896"/>
                </a:lnTo>
                <a:lnTo>
                  <a:pt x="196657" y="91976"/>
                </a:lnTo>
                <a:lnTo>
                  <a:pt x="196657" y="3917802"/>
                </a:lnTo>
                <a:lnTo>
                  <a:pt x="3811242" y="3917806"/>
                </a:lnTo>
                <a:lnTo>
                  <a:pt x="3848363" y="3927784"/>
                </a:lnTo>
                <a:lnTo>
                  <a:pt x="3878848" y="3951222"/>
                </a:lnTo>
                <a:lnTo>
                  <a:pt x="3898057" y="3984552"/>
                </a:lnTo>
                <a:lnTo>
                  <a:pt x="3900933" y="3995801"/>
                </a:lnTo>
                <a:lnTo>
                  <a:pt x="3900933" y="4036684"/>
                </a:lnTo>
                <a:lnTo>
                  <a:pt x="3882903" y="4076314"/>
                </a:lnTo>
                <a:lnTo>
                  <a:pt x="3860928" y="4097048"/>
                </a:lnTo>
                <a:lnTo>
                  <a:pt x="42122" y="4097048"/>
                </a:lnTo>
                <a:lnTo>
                  <a:pt x="12967" y="4065545"/>
                </a:lnTo>
                <a:lnTo>
                  <a:pt x="628" y="4029109"/>
                </a:lnTo>
                <a:lnTo>
                  <a:pt x="0" y="4022707"/>
                </a:lnTo>
                <a:lnTo>
                  <a:pt x="1" y="91976"/>
                </a:lnTo>
                <a:lnTo>
                  <a:pt x="9957" y="54796"/>
                </a:lnTo>
                <a:lnTo>
                  <a:pt x="33366" y="24261"/>
                </a:lnTo>
                <a:lnTo>
                  <a:pt x="66666" y="5019"/>
                </a:lnTo>
                <a:lnTo>
                  <a:pt x="85478" y="630"/>
                </a:lnTo>
                <a:lnTo>
                  <a:pt x="91873" y="0"/>
                </a:lnTo>
                <a:close/>
              </a:path>
            </a:pathLst>
          </a:custGeom>
          <a:solidFill>
            <a:srgbClr val="1F618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D0258C-0276-689E-BDE8-604890D392F3}"/>
              </a:ext>
            </a:extLst>
          </p:cNvPr>
          <p:cNvSpPr txBox="1"/>
          <p:nvPr/>
        </p:nvSpPr>
        <p:spPr>
          <a:xfrm>
            <a:off x="6264001" y="3151379"/>
            <a:ext cx="1600200" cy="646331"/>
          </a:xfrm>
          <a:prstGeom prst="rect">
            <a:avLst/>
          </a:prstGeom>
          <a:solidFill>
            <a:srgbClr val="ACB6C8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  <a:cs typeface="Aharoni" panose="020B0604020202020204" pitchFamily="2" charset="-79"/>
              </a:rPr>
              <a:t>Sascha Gaudlitz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CE4595-8E6D-6FBB-A494-DC2844C84DDF}"/>
              </a:ext>
            </a:extLst>
          </p:cNvPr>
          <p:cNvSpPr txBox="1"/>
          <p:nvPr/>
        </p:nvSpPr>
        <p:spPr>
          <a:xfrm>
            <a:off x="11085285" y="5941931"/>
            <a:ext cx="1600200" cy="646331"/>
          </a:xfrm>
          <a:prstGeom prst="rect">
            <a:avLst/>
          </a:prstGeom>
          <a:solidFill>
            <a:srgbClr val="ACB6C8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  <a:cs typeface="Aharoni" panose="020B0604020202020204" pitchFamily="2" charset="-79"/>
              </a:rPr>
              <a:t>Tim</a:t>
            </a:r>
          </a:p>
          <a:p>
            <a:pPr algn="ctr"/>
            <a:r>
              <a:rPr lang="en-US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  <a:cs typeface="Aharoni" panose="020B0604020202020204" pitchFamily="2" charset="-79"/>
              </a:rPr>
              <a:t>Sieker</a:t>
            </a:r>
            <a:endParaRPr lang="en-US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  <a:cs typeface="Aharoni" panose="020B0604020202020204" pitchFamily="2" charset="-79"/>
            </a:endParaRPr>
          </a:p>
        </p:txBody>
      </p:sp>
      <p:pic>
        <p:nvPicPr>
          <p:cNvPr id="35" name="Picture 34" descr="A picture containing text, person, indoor&#10;&#10;Description automatically generated">
            <a:extLst>
              <a:ext uri="{FF2B5EF4-FFF2-40B4-BE49-F238E27FC236}">
                <a16:creationId xmlns:a16="http://schemas.microsoft.com/office/drawing/2014/main" id="{2D5603C0-EF55-EFF9-E2A7-DF620F51B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26192" y="6819900"/>
            <a:ext cx="3937382" cy="2876699"/>
          </a:xfrm>
          <a:prstGeom prst="rect">
            <a:avLst/>
          </a:prstGeom>
        </p:spPr>
      </p:pic>
      <p:grpSp>
        <p:nvGrpSpPr>
          <p:cNvPr id="41" name="Group 40">
            <a:extLst>
              <a:ext uri="{FF2B5EF4-FFF2-40B4-BE49-F238E27FC236}">
                <a16:creationId xmlns:a16="http://schemas.microsoft.com/office/drawing/2014/main" id="{A6D133D0-A3C0-86D2-0A8E-F487C791FE60}"/>
              </a:ext>
            </a:extLst>
          </p:cNvPr>
          <p:cNvGrpSpPr/>
          <p:nvPr/>
        </p:nvGrpSpPr>
        <p:grpSpPr>
          <a:xfrm>
            <a:off x="5129999" y="2552700"/>
            <a:ext cx="8028001" cy="6096000"/>
            <a:chOff x="5129999" y="2552700"/>
            <a:chExt cx="8028001" cy="6096000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A392EA89-5689-6ADB-0465-9EDE5F7ED7A7}"/>
                </a:ext>
              </a:extLst>
            </p:cNvPr>
            <p:cNvSpPr/>
            <p:nvPr/>
          </p:nvSpPr>
          <p:spPr>
            <a:xfrm>
              <a:off x="6264000" y="2552700"/>
              <a:ext cx="5760000" cy="5760000"/>
            </a:xfrm>
            <a:prstGeom prst="ellipse">
              <a:avLst/>
            </a:prstGeom>
            <a:noFill/>
            <a:ln w="38100">
              <a:solidFill>
                <a:srgbClr val="1F618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3A182386-83AE-AE9C-85D5-CBDA83B537A8}"/>
                </a:ext>
              </a:extLst>
            </p:cNvPr>
            <p:cNvSpPr txBox="1"/>
            <p:nvPr/>
          </p:nvSpPr>
          <p:spPr>
            <a:xfrm>
              <a:off x="10105528" y="2830502"/>
              <a:ext cx="2268000" cy="1169551"/>
            </a:xfrm>
            <a:prstGeom prst="rect">
              <a:avLst/>
            </a:prstGeom>
            <a:solidFill>
              <a:srgbClr val="ACB6C8"/>
            </a:solidFill>
            <a:ln>
              <a:solidFill>
                <a:srgbClr val="0C688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 err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anose="02040503050406030204" pitchFamily="18" charset="0"/>
                  <a:ea typeface="Cambria" panose="02040503050406030204" pitchFamily="18" charset="0"/>
                  <a:cs typeface="Aharoni" panose="020B0604020202020204" pitchFamily="2" charset="-79"/>
                </a:rPr>
                <a:t>Konstantins</a:t>
              </a:r>
              <a:r>
                <a:rPr 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anose="02040503050406030204" pitchFamily="18" charset="0"/>
                  <a:ea typeface="Cambria" panose="02040503050406030204" pitchFamily="18" charset="0"/>
                  <a:cs typeface="Aharoni" panose="020B0604020202020204" pitchFamily="2" charset="-79"/>
                </a:rPr>
                <a:t> </a:t>
              </a:r>
              <a:r>
                <a:rPr lang="en-US" sz="2800" b="1" dirty="0" err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anose="02040503050406030204" pitchFamily="18" charset="0"/>
                  <a:ea typeface="Cambria" panose="02040503050406030204" pitchFamily="18" charset="0"/>
                  <a:cs typeface="Aharoni" panose="020B0604020202020204" pitchFamily="2" charset="-79"/>
                </a:rPr>
                <a:t>Starovoitovs</a:t>
              </a:r>
              <a:endPara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  <a:cs typeface="Aharoni" panose="020B0604020202020204" pitchFamily="2" charset="-79"/>
              </a:endParaRPr>
            </a:p>
            <a:p>
              <a:pPr algn="ctr"/>
              <a:r>
                <a:rPr lang="en-US" sz="1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anose="02040503050406030204" pitchFamily="18" charset="0"/>
                  <a:ea typeface="Cambria" panose="02040503050406030204" pitchFamily="18" charset="0"/>
                  <a:cs typeface="Aharoni" panose="020B0604020202020204" pitchFamily="2" charset="-79"/>
                </a:rPr>
                <a:t>HU Berlin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E212F5D-1B4C-0DDC-6F9D-303B6B022867}"/>
                </a:ext>
              </a:extLst>
            </p:cNvPr>
            <p:cNvSpPr txBox="1"/>
            <p:nvPr/>
          </p:nvSpPr>
          <p:spPr>
            <a:xfrm>
              <a:off x="8010000" y="7479149"/>
              <a:ext cx="2268000" cy="1169551"/>
            </a:xfrm>
            <a:prstGeom prst="rect">
              <a:avLst/>
            </a:prstGeom>
            <a:solidFill>
              <a:srgbClr val="ACB6C8"/>
            </a:solidFill>
            <a:ln>
              <a:solidFill>
                <a:srgbClr val="0C688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anose="02040503050406030204" pitchFamily="18" charset="0"/>
                  <a:ea typeface="Cambria" panose="02040503050406030204" pitchFamily="18" charset="0"/>
                  <a:cs typeface="Aharoni" panose="020B0604020202020204" pitchFamily="2" charset="-79"/>
                </a:rPr>
                <a:t>Eric</a:t>
              </a:r>
            </a:p>
            <a:p>
              <a:pPr algn="ctr"/>
              <a:r>
                <a:rPr lang="en-US" sz="2800" b="1" dirty="0" err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anose="02040503050406030204" pitchFamily="18" charset="0"/>
                  <a:ea typeface="Cambria" panose="02040503050406030204" pitchFamily="18" charset="0"/>
                  <a:cs typeface="Aharoni" panose="020B0604020202020204" pitchFamily="2" charset="-79"/>
                </a:rPr>
                <a:t>Ziebell</a:t>
              </a:r>
              <a:endPara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  <a:cs typeface="Aharoni" panose="020B0604020202020204" pitchFamily="2" charset="-79"/>
              </a:endParaRPr>
            </a:p>
            <a:p>
              <a:pPr algn="ctr"/>
              <a:r>
                <a:rPr lang="en-US" sz="1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anose="02040503050406030204" pitchFamily="18" charset="0"/>
                  <a:ea typeface="Cambria" panose="02040503050406030204" pitchFamily="18" charset="0"/>
                  <a:cs typeface="Aharoni" panose="020B0604020202020204" pitchFamily="2" charset="-79"/>
                </a:rPr>
                <a:t>HU Berlin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CC99F8CF-BF1A-E67F-7AF7-13AAE36BBE8D}"/>
                </a:ext>
              </a:extLst>
            </p:cNvPr>
            <p:cNvSpPr txBox="1"/>
            <p:nvPr/>
          </p:nvSpPr>
          <p:spPr>
            <a:xfrm>
              <a:off x="5129999" y="5469404"/>
              <a:ext cx="2268000" cy="1169551"/>
            </a:xfrm>
            <a:prstGeom prst="rect">
              <a:avLst/>
            </a:prstGeom>
            <a:solidFill>
              <a:srgbClr val="ACB6C8"/>
            </a:solidFill>
            <a:ln>
              <a:solidFill>
                <a:srgbClr val="0C688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anose="02040503050406030204" pitchFamily="18" charset="0"/>
                  <a:ea typeface="Cambria" panose="02040503050406030204" pitchFamily="18" charset="0"/>
                  <a:cs typeface="Aharoni" panose="020B0604020202020204" pitchFamily="2" charset="-79"/>
                </a:rPr>
                <a:t>Mike</a:t>
              </a:r>
            </a:p>
            <a:p>
              <a:pPr algn="ctr"/>
              <a:r>
                <a:rPr 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anose="02040503050406030204" pitchFamily="18" charset="0"/>
                  <a:ea typeface="Cambria" panose="02040503050406030204" pitchFamily="18" charset="0"/>
                  <a:cs typeface="Aharoni" panose="020B0604020202020204" pitchFamily="2" charset="-79"/>
                </a:rPr>
                <a:t>Nguyen</a:t>
              </a:r>
            </a:p>
            <a:p>
              <a:pPr algn="ctr"/>
              <a:r>
                <a:rPr lang="en-US" sz="1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anose="02040503050406030204" pitchFamily="18" charset="0"/>
                  <a:ea typeface="Cambria" panose="02040503050406030204" pitchFamily="18" charset="0"/>
                  <a:cs typeface="Aharoni" panose="020B0604020202020204" pitchFamily="2" charset="-79"/>
                </a:rPr>
                <a:t>TU Braunschweig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84B9369-6788-DC87-6FD8-8543BEF64943}"/>
                </a:ext>
              </a:extLst>
            </p:cNvPr>
            <p:cNvSpPr txBox="1"/>
            <p:nvPr/>
          </p:nvSpPr>
          <p:spPr>
            <a:xfrm>
              <a:off x="5914472" y="2830502"/>
              <a:ext cx="2268000" cy="1169551"/>
            </a:xfrm>
            <a:prstGeom prst="rect">
              <a:avLst/>
            </a:prstGeom>
            <a:solidFill>
              <a:srgbClr val="ACB6C8"/>
            </a:solidFill>
            <a:ln>
              <a:solidFill>
                <a:srgbClr val="0C688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anose="02040503050406030204" pitchFamily="18" charset="0"/>
                  <a:ea typeface="Cambria" panose="02040503050406030204" pitchFamily="18" charset="0"/>
                  <a:cs typeface="Aharoni" panose="020B0604020202020204" pitchFamily="2" charset="-79"/>
                </a:rPr>
                <a:t>Sascha Gaudlitz</a:t>
              </a:r>
            </a:p>
            <a:p>
              <a:pPr algn="ctr"/>
              <a:r>
                <a:rPr lang="en-US" sz="1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anose="02040503050406030204" pitchFamily="18" charset="0"/>
                  <a:ea typeface="Cambria" panose="02040503050406030204" pitchFamily="18" charset="0"/>
                  <a:cs typeface="Aharoni" panose="020B0604020202020204" pitchFamily="2" charset="-79"/>
                </a:rPr>
                <a:t>HU Berlin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E26A3A1A-6C45-FC66-9E52-DBCBDB6D56EE}"/>
                </a:ext>
              </a:extLst>
            </p:cNvPr>
            <p:cNvSpPr txBox="1"/>
            <p:nvPr/>
          </p:nvSpPr>
          <p:spPr>
            <a:xfrm>
              <a:off x="10890000" y="5459400"/>
              <a:ext cx="2268000" cy="1169551"/>
            </a:xfrm>
            <a:prstGeom prst="rect">
              <a:avLst/>
            </a:prstGeom>
            <a:solidFill>
              <a:srgbClr val="ACB6C8"/>
            </a:solidFill>
            <a:ln>
              <a:solidFill>
                <a:srgbClr val="0C688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anose="02040503050406030204" pitchFamily="18" charset="0"/>
                  <a:ea typeface="Cambria" panose="02040503050406030204" pitchFamily="18" charset="0"/>
                  <a:cs typeface="Aharoni" panose="020B0604020202020204" pitchFamily="2" charset="-79"/>
                </a:rPr>
                <a:t>Tim</a:t>
              </a:r>
            </a:p>
            <a:p>
              <a:pPr algn="ctr"/>
              <a:r>
                <a:rPr lang="en-US" sz="2800" b="1" dirty="0" err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anose="02040503050406030204" pitchFamily="18" charset="0"/>
                  <a:ea typeface="Cambria" panose="02040503050406030204" pitchFamily="18" charset="0"/>
                  <a:cs typeface="Aharoni" panose="020B0604020202020204" pitchFamily="2" charset="-79"/>
                </a:rPr>
                <a:t>Sieker</a:t>
              </a:r>
              <a:endPara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  <a:cs typeface="Aharoni" panose="020B0604020202020204" pitchFamily="2" charset="-79"/>
              </a:endParaRPr>
            </a:p>
            <a:p>
              <a:pPr algn="ctr"/>
              <a:r>
                <a:rPr lang="en-US" sz="1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anose="02040503050406030204" pitchFamily="18" charset="0"/>
                  <a:ea typeface="Cambria" panose="02040503050406030204" pitchFamily="18" charset="0"/>
                  <a:cs typeface="Aharoni" panose="020B0604020202020204" pitchFamily="2" charset="-79"/>
                </a:rPr>
                <a:t>CAU Kiel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966104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</TotalTime>
  <Words>34</Words>
  <Application>Microsoft Office PowerPoint</Application>
  <PresentationFormat>Custom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Calibri</vt:lpstr>
      <vt:lpstr>Cambria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Grey and white, Simple, Meet the Team Presentation Instagram Story (Présentation (16:9))</dc:title>
  <dc:creator>Marine Saux</dc:creator>
  <cp:keywords>DAFYNfmopRY,BAE7nWrR_qY</cp:keywords>
  <cp:lastModifiedBy>SaschaRobert Gaudlitz</cp:lastModifiedBy>
  <cp:revision>6</cp:revision>
  <dcterms:created xsi:type="dcterms:W3CDTF">2023-01-20T13:20:40Z</dcterms:created>
  <dcterms:modified xsi:type="dcterms:W3CDTF">2023-01-23T17:04:42Z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2023-01-20T00:00:00Z</vt:filetime>
  </property>
  <property fmtid="{D5CDD505-2E9C-101B-9397-08002B2CF9AE}" pid="3" name="Creator">
    <vt:lpwstr>Canva</vt:lpwstr>
  </property>
  <property fmtid="{D5CDD505-2E9C-101B-9397-08002B2CF9AE}" pid="4" name="Producer">
    <vt:lpwstr>Canva</vt:lpwstr>
  </property>
  <property fmtid="{D5CDD505-2E9C-101B-9397-08002B2CF9AE}" pid="5" name="LastSaved">
    <vt:filetime>2023-01-20T00:00:00Z</vt:filetime>
  </property>
</Properties>
</file>